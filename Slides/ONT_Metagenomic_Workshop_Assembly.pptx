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668"/>
  </p:normalViewPr>
  <p:slideViewPr>
    <p:cSldViewPr snapToGrid="0" snapToObjects="1">
      <p:cViewPr varScale="1">
        <p:scale>
          <a:sx n="105" d="100"/>
          <a:sy n="105" d="100"/>
        </p:scale>
        <p:origin x="1744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Long-read Metagenomic Assembly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Assemblers • MetaFlye • Challenges &amp; Best Practices</a:t>
            </a:r>
          </a:p>
          <a:p>
            <a:r>
              <a:t>Focus on Oxford Nanopore / PacBio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Metagenomic Assembler?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Software that reconstructs genomes from sequencing reads</a:t>
            </a:r>
          </a:p>
          <a:p>
            <a:r>
              <a:t>Reads originate from many organisms</a:t>
            </a:r>
          </a:p>
          <a:p>
            <a:r>
              <a:t>Assembler does not know species boundaries</a:t>
            </a:r>
          </a:p>
          <a:p>
            <a:r>
              <a:t>Output is contigs, not genomes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Metagenomic Assembly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Mixed reads from multiple species</a:t>
            </a:r>
          </a:p>
          <a:p>
            <a:r>
              <a:t>↓ assembly</a:t>
            </a:r>
          </a:p>
          <a:p>
            <a:r>
              <a:t>Collection of contigs from different genomes</a:t>
            </a:r>
          </a:p>
          <a:p>
            <a:endParaRPr/>
          </a:p>
          <a:p>
            <a:r>
              <a:t>Binning is required to recover MAGs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Long Reads?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Span repeats better than short reads</a:t>
            </a:r>
          </a:p>
          <a:p>
            <a:r>
              <a:t>Produce longer contigs</a:t>
            </a:r>
          </a:p>
          <a:p>
            <a:r>
              <a:t>Improve plasmid and mobile element recovery</a:t>
            </a:r>
          </a:p>
          <a:p>
            <a:r>
              <a:t>Enable near-complete MAGs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Long 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Higher error rates (especially ONT)</a:t>
            </a:r>
          </a:p>
          <a:p>
            <a:r>
              <a:t>Chimeric reads can occur</a:t>
            </a:r>
          </a:p>
          <a:p>
            <a:r>
              <a:t>Coverage varies between species</a:t>
            </a:r>
          </a:p>
          <a:p>
            <a:r>
              <a:t>Assembler choice strongly affects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Long-read Metagenomic Assemblers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MetaFlye</a:t>
            </a:r>
          </a:p>
          <a:p>
            <a:r>
              <a:t>hifiasm-meta (HiFi)</a:t>
            </a:r>
          </a:p>
          <a:p>
            <a:r>
              <a:t>metaMDBG (HiFi, experimental)</a:t>
            </a:r>
          </a:p>
          <a:p>
            <a:r>
              <a:t>Raven / Canu (general long-read)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MetaFlye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Metagenomic mode of the Flye assembler</a:t>
            </a:r>
          </a:p>
          <a:p>
            <a:r>
              <a:t>Designed for noisy long reads</a:t>
            </a:r>
          </a:p>
          <a:p>
            <a:r>
              <a:t>Uses repeat graphs and coverage information</a:t>
            </a:r>
          </a:p>
          <a:p>
            <a:r>
              <a:t>Widely used in ONT-based metagenomics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MetaFlye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52105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dirty="0"/>
              <a:t>Long reads</a:t>
            </a:r>
          </a:p>
          <a:p>
            <a:r>
              <a:rPr dirty="0"/>
              <a:t>↓ overlap detection</a:t>
            </a:r>
            <a:endParaRPr lang="en-US" dirty="0"/>
          </a:p>
          <a:p>
            <a:endParaRPr dirty="0"/>
          </a:p>
          <a:p>
            <a:r>
              <a:rPr dirty="0"/>
              <a:t>Repeat graph construction</a:t>
            </a:r>
          </a:p>
          <a:p>
            <a:r>
              <a:rPr dirty="0"/>
              <a:t>↓ coverage-aware simplification</a:t>
            </a:r>
            <a:endParaRPr lang="en-US" dirty="0"/>
          </a:p>
          <a:p>
            <a:endParaRPr dirty="0"/>
          </a:p>
          <a:p>
            <a:r>
              <a:rPr dirty="0"/>
              <a:t>Contigs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Strengths of MetaFlye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Robust to high sequencing error rates</a:t>
            </a:r>
          </a:p>
          <a:p>
            <a:r>
              <a:t>Handles repeats better than short-read assemblers</a:t>
            </a:r>
          </a:p>
          <a:p>
            <a:r>
              <a:t>Good performance on complex communities</a:t>
            </a:r>
          </a:p>
          <a:p>
            <a:r>
              <a:t>Well-documented and actively maintained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Assembly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species mixed together</a:t>
            </a:r>
          </a:p>
          <a:p>
            <a:r>
              <a:t>Highly uneven abundance</a:t>
            </a:r>
          </a:p>
          <a:p>
            <a:r>
              <a:t>Shared repeats across genomes</a:t>
            </a:r>
          </a:p>
          <a:p>
            <a:r>
              <a:t>Strain-level variation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Uneven Coverage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Species A: high coverage</a:t>
            </a:r>
          </a:p>
          <a:p>
            <a:r>
              <a:t>Species B: medium coverage</a:t>
            </a:r>
          </a:p>
          <a:p>
            <a:r>
              <a:t>Species C: very low coverage</a:t>
            </a:r>
          </a:p>
          <a:p>
            <a:endParaRPr/>
          </a:p>
          <a:p>
            <a:r>
              <a:t>Low-abundance species assemble poorly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Errors and Chimeras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Insertion/deletion errors in long reads</a:t>
            </a:r>
          </a:p>
          <a:p>
            <a:r>
              <a:t>Chimeric reads may connect unrelated regions</a:t>
            </a:r>
          </a:p>
          <a:p>
            <a:r>
              <a:t>Assemblies may contain false joins</a:t>
            </a:r>
          </a:p>
          <a:p>
            <a:r>
              <a:t>Polishing is essential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Factors to Watch Out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 length distribution</a:t>
            </a:r>
          </a:p>
          <a:p>
            <a:r>
              <a:t>Total sequencing depth</a:t>
            </a:r>
          </a:p>
          <a:p>
            <a:r>
              <a:t>Minimum contig length thresholds</a:t>
            </a:r>
          </a:p>
          <a:p>
            <a:r>
              <a:t>Metagenome vs isolate assembly mode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Pre-assembly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 very short or low-quality reads</a:t>
            </a:r>
          </a:p>
          <a:p>
            <a:r>
              <a:t>Inspect read length and quality</a:t>
            </a:r>
          </a:p>
          <a:p>
            <a:r>
              <a:t>Avoid mixing very different samples</a:t>
            </a:r>
          </a:p>
          <a:p>
            <a:r>
              <a:t>Use metagenome-specific assembly mode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Post-assembly Quality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Filter contigs shorter than 1 kb</a:t>
            </a:r>
          </a:p>
          <a:p>
            <a:r>
              <a:rPr dirty="0"/>
              <a:t>Map reads back to assembly</a:t>
            </a:r>
          </a:p>
          <a:p>
            <a:r>
              <a:rPr dirty="0"/>
              <a:t>Check coverage consistency</a:t>
            </a:r>
          </a:p>
          <a:p>
            <a:r>
              <a:rPr dirty="0"/>
              <a:t>Identify possible chimeric contigs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Assembly Is Not the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Assembly outputs contigs</a:t>
            </a:r>
          </a:p>
          <a:p>
            <a:r>
              <a:t>Binning groups contigs into genomes</a:t>
            </a:r>
          </a:p>
          <a:p>
            <a:r>
              <a:t>Assembly errors propagate to bins</a:t>
            </a:r>
          </a:p>
          <a:p>
            <a:r>
              <a:t>Good assembly is critical for good MAGs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Take-home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MetaFlye is a strong choice for long-read metagenomes</a:t>
            </a:r>
          </a:p>
          <a:p>
            <a:r>
              <a:t>Long reads improve contiguity but add complexity</a:t>
            </a:r>
          </a:p>
          <a:p>
            <a:r>
              <a:t>Coverage, errors, and strain diversity limit assembly</a:t>
            </a:r>
          </a:p>
          <a:p>
            <a:r>
              <a:t>Careful QC before and after assembly is essential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387</Words>
  <Application>Microsoft Macintosh PowerPoint</Application>
  <PresentationFormat>On-screen Show (4:3)</PresentationFormat>
  <Paragraphs>88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Long-read Metagenomic Assembly</vt:lpstr>
      <vt:lpstr>What is a Metagenomic Assembler?</vt:lpstr>
      <vt:lpstr>Metagenomic Assembly Concept</vt:lpstr>
      <vt:lpstr>Why Long Reads?</vt:lpstr>
      <vt:lpstr>Limitations of Long Reads</vt:lpstr>
      <vt:lpstr>Common Long-read Metagenomic Assemblers</vt:lpstr>
      <vt:lpstr>MetaFlye Overview</vt:lpstr>
      <vt:lpstr>MetaFlye Workflow</vt:lpstr>
      <vt:lpstr>Strengths of MetaFlye</vt:lpstr>
      <vt:lpstr>Major Assembly Challenges</vt:lpstr>
      <vt:lpstr>Uneven Coverage Challenge</vt:lpstr>
      <vt:lpstr>Errors and Chimeras</vt:lpstr>
      <vt:lpstr>Factors to Watch Out For</vt:lpstr>
      <vt:lpstr>Pre-assembly Best Practices</vt:lpstr>
      <vt:lpstr>Post-assembly Quality Checks</vt:lpstr>
      <vt:lpstr>Assembly Is Not the End</vt:lpstr>
      <vt:lpstr>Key Take-home Messages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Trang Nguyen Thi Quynh</cp:lastModifiedBy>
  <cp:revision>2</cp:revision>
  <dcterms:created xsi:type="dcterms:W3CDTF">2013-01-27T09:14:16Z</dcterms:created>
  <dcterms:modified xsi:type="dcterms:W3CDTF">2026-01-14T05:33:08Z</dcterms:modified>
  <cp:category/>
</cp:coreProperties>
</file>